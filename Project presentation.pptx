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B53A7-6631-4364-A410-DFCD40F9A79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8301C-FF14-41FD-8E65-35E5FF5EF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65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8301C-FF14-41FD-8E65-35E5FF5EF87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07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6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00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02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9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74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52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6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0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54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01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9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E283A2-CCB8-4E2F-9E08-924EDFA3F4F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1ACF8E-4674-4B36-A595-F9A40C9A167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5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CEF89F-E222-E9B2-604E-026300CCB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0086" y="2166256"/>
            <a:ext cx="9437914" cy="202474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TITLE:- DATA DRIVEN INSIGHTS INTO AMAZON E-COMMERCE PERFORMANCE</a:t>
            </a:r>
          </a:p>
          <a:p>
            <a:r>
              <a:rPr lang="en-IN" sz="2800" b="1" dirty="0">
                <a:solidFill>
                  <a:schemeClr val="tx1"/>
                </a:solidFill>
              </a:rPr>
              <a:t>(DATA ANALYSIS PROJECT)</a:t>
            </a:r>
          </a:p>
        </p:txBody>
      </p:sp>
    </p:spTree>
    <p:extLst>
      <p:ext uri="{BB962C8B-B14F-4D97-AF65-F5344CB8AC3E}">
        <p14:creationId xmlns:p14="http://schemas.microsoft.com/office/powerpoint/2010/main" val="345475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B282-C47F-F63F-9C94-9683404C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603"/>
            <a:ext cx="10317480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1.PROJECT OVERVIEW:-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158533-38E6-8135-F5FA-B6876309D3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571" y="2075023"/>
            <a:ext cx="99277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data analysis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real-world CSV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data cleaning, analysis, visualization &amp;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Convert raw data into meaningful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61209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4E09-BF68-FF29-3826-52F793EA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2.PROBLEM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3E3F7-A097-02A3-C581-0783D6049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has a large volume of sales data, but raw data alone does not provide insights.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top-performing categories and products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sales trends over time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 payment methods and order status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SQL for data analysis and Power BI for visualization.</a:t>
            </a:r>
          </a:p>
          <a:p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13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E8E4-6AF7-AD75-9715-AACF59C2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845C-42E3-3CBF-218D-1C344157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286603"/>
            <a:ext cx="10469881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3.DATASET DESCRIPTION:-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456CFC-AD3B-A603-E1D2-FE838F5FC2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3771" y="2228982"/>
            <a:ext cx="985089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format: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numerical and categorical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missing values and inconsistencies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business/sales analysis</a:t>
            </a:r>
          </a:p>
        </p:txBody>
      </p:sp>
    </p:spTree>
    <p:extLst>
      <p:ext uri="{BB962C8B-B14F-4D97-AF65-F5344CB8AC3E}">
        <p14:creationId xmlns:p14="http://schemas.microsoft.com/office/powerpoint/2010/main" val="114238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6863-C65D-50DE-BD51-5819C608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1ABE-86D7-22F6-F8CC-BBF52395F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286603"/>
            <a:ext cx="10273937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4.TOOLS/TECHNOL0GIES:-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1B6535-0E2C-D36C-A10A-A6424E077F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342" y="1862046"/>
            <a:ext cx="990532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– Raw data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– Data cleaning &amp; EDA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Workbench (SQL) – Query-based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– Dashboards &amp;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techniques – EDA, KPIs</a:t>
            </a:r>
          </a:p>
        </p:txBody>
      </p:sp>
    </p:spTree>
    <p:extLst>
      <p:ext uri="{BB962C8B-B14F-4D97-AF65-F5344CB8AC3E}">
        <p14:creationId xmlns:p14="http://schemas.microsoft.com/office/powerpoint/2010/main" val="315730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A1B1-546A-18A5-6CC9-76E5002E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11BF-C57E-A82D-B894-2266CB09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6" y="365126"/>
            <a:ext cx="10515600" cy="114798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5.PROJECT WORKFLOW:-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CD7540-8EB4-CC56-0367-4E51742E8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571" y="1866834"/>
            <a:ext cx="935082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from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using Excel &amp;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 for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using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generation &amp; conclusions</a:t>
            </a:r>
          </a:p>
        </p:txBody>
      </p:sp>
    </p:spTree>
    <p:extLst>
      <p:ext uri="{BB962C8B-B14F-4D97-AF65-F5344CB8AC3E}">
        <p14:creationId xmlns:p14="http://schemas.microsoft.com/office/powerpoint/2010/main" val="198772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22D3-C616-FE2E-82C2-07A19B1BF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6603"/>
            <a:ext cx="10393680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6.DATA CLEANING &amp; PREPARATION:-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2EED27-4AD6-DF70-A7ED-3B820A0197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051724"/>
            <a:ext cx="9655629" cy="337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Data cleaning was performed using SQL: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Removed null or invalid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Converted date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Checked duplicate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Ensured correct data types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This step improved data accuracy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8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CFE0-1979-BB03-CEAC-F11B87D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286603"/>
            <a:ext cx="10437223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7.SQL ANALYSIS:-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9EF007-DD89-410E-9B2F-DCA312537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2095827"/>
            <a:ext cx="10025743" cy="337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following analysis was done using SQL: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Total sales by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Monthly sales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Country-wise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Payment method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Order status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682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AAA74-8BA0-CD89-F15C-F4192D74398D}"/>
              </a:ext>
            </a:extLst>
          </p:cNvPr>
          <p:cNvSpPr txBox="1"/>
          <p:nvPr/>
        </p:nvSpPr>
        <p:spPr>
          <a:xfrm>
            <a:off x="914401" y="293914"/>
            <a:ext cx="6542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SAMPLE SQL QUERIES:-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A273B-F5A8-F105-BFD4-51C776376FEE}"/>
              </a:ext>
            </a:extLst>
          </p:cNvPr>
          <p:cNvSpPr txBox="1"/>
          <p:nvPr/>
        </p:nvSpPr>
        <p:spPr>
          <a:xfrm>
            <a:off x="751114" y="1132114"/>
            <a:ext cx="1017814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 Total sales by category</a:t>
            </a:r>
          </a:p>
          <a:p>
            <a:r>
              <a:rPr lang="en-US" sz="2000" dirty="0"/>
              <a:t>SELECT Category, SUM(</a:t>
            </a:r>
            <a:r>
              <a:rPr lang="en-US" sz="2000" dirty="0" err="1"/>
              <a:t>TotalAmount</a:t>
            </a:r>
            <a:r>
              <a:rPr lang="en-US" sz="2000" dirty="0"/>
              <a:t>) AS </a:t>
            </a:r>
            <a:r>
              <a:rPr lang="en-US" sz="2000" dirty="0" err="1"/>
              <a:t>TotalSales</a:t>
            </a:r>
            <a:endParaRPr lang="en-US" sz="2000" dirty="0"/>
          </a:p>
          <a:p>
            <a:r>
              <a:rPr lang="en-US" sz="2000" dirty="0"/>
              <a:t>FROM sales</a:t>
            </a:r>
          </a:p>
          <a:p>
            <a:r>
              <a:rPr lang="en-US" sz="2000" dirty="0"/>
              <a:t>GROUP BY Category;</a:t>
            </a:r>
          </a:p>
          <a:p>
            <a:endParaRPr lang="en-US" sz="2000" dirty="0"/>
          </a:p>
          <a:p>
            <a:r>
              <a:rPr lang="en-US" sz="2000" dirty="0"/>
              <a:t>-- Country-wise revenue</a:t>
            </a:r>
          </a:p>
          <a:p>
            <a:r>
              <a:rPr lang="en-US" sz="2000" dirty="0"/>
              <a:t>SELECT Country, SUM(</a:t>
            </a:r>
            <a:r>
              <a:rPr lang="en-US" sz="2000" dirty="0" err="1"/>
              <a:t>TotalAmount</a:t>
            </a:r>
            <a:r>
              <a:rPr lang="en-US" sz="2000" dirty="0"/>
              <a:t>) AS Revenue</a:t>
            </a:r>
          </a:p>
          <a:p>
            <a:r>
              <a:rPr lang="en-US" sz="2000" dirty="0"/>
              <a:t>FROM sales</a:t>
            </a:r>
          </a:p>
          <a:p>
            <a:r>
              <a:rPr lang="en-US" sz="2000" dirty="0"/>
              <a:t>GROUP BY Country;</a:t>
            </a:r>
          </a:p>
          <a:p>
            <a:endParaRPr lang="en-US" sz="2000" dirty="0"/>
          </a:p>
          <a:p>
            <a:r>
              <a:rPr lang="en-US" sz="2000" dirty="0"/>
              <a:t>-- Monthly sales trend</a:t>
            </a:r>
          </a:p>
          <a:p>
            <a:r>
              <a:rPr lang="en-US" sz="2000" dirty="0"/>
              <a:t>SELECT MONTH(</a:t>
            </a:r>
            <a:r>
              <a:rPr lang="en-US" sz="2000" dirty="0" err="1"/>
              <a:t>OrderDate</a:t>
            </a:r>
            <a:r>
              <a:rPr lang="en-US" sz="2000" dirty="0"/>
              <a:t>) AS Month, SUM(</a:t>
            </a:r>
            <a:r>
              <a:rPr lang="en-US" sz="2000" dirty="0" err="1"/>
              <a:t>TotalAmount</a:t>
            </a:r>
            <a:r>
              <a:rPr lang="en-US" sz="2000" dirty="0"/>
              <a:t>)</a:t>
            </a:r>
          </a:p>
          <a:p>
            <a:r>
              <a:rPr lang="en-US" sz="2000" dirty="0"/>
              <a:t>FROM sales</a:t>
            </a:r>
          </a:p>
          <a:p>
            <a:r>
              <a:rPr lang="en-US" sz="2000" dirty="0"/>
              <a:t>GROUP BY MONTH(</a:t>
            </a:r>
            <a:r>
              <a:rPr lang="en-US" sz="2000" dirty="0" err="1"/>
              <a:t>OrderDate</a:t>
            </a:r>
            <a:r>
              <a:rPr lang="en-US" sz="2000" dirty="0"/>
              <a:t>);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5058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98E2-8029-AF35-EB04-A0F6763C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286603"/>
            <a:ext cx="10426337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8.POWER BI VISUALIZATION:-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C693CB-6159-EF30-7302-418E15FCB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343" y="2176577"/>
            <a:ext cx="866502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</a:t>
            </a:r>
            <a:r>
              <a:rPr lang="en-US" altLang="en-US" sz="2400" dirty="0">
                <a:latin typeface="Arial" panose="020B0604020202020204" pitchFamily="34" charset="0"/>
              </a:rPr>
              <a:t>visuals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 for key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Bar, line, and pie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and slicers for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208309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6D9F-340D-0973-7387-66B07B9D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0" y="286603"/>
            <a:ext cx="10371909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9.KEY INSIGHTS:-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61E940-C443-3C56-3AB4-F37588DD1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3771" y="2288626"/>
            <a:ext cx="697774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top-performing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seasonal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Highlighted improvement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Supported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1561084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418C-5B48-A35E-5792-21FE2C8F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286603"/>
            <a:ext cx="10154194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10.SKILLS DEMONSTRATED:-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7A2F4E-97E6-32F7-1611-C77C23B3A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1486" y="2082885"/>
            <a:ext cx="70539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Writing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Thinking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</a:t>
            </a:r>
            <a:r>
              <a:rPr lang="en-US" altLang="en-US" sz="2400" dirty="0">
                <a:latin typeface="Arial" panose="020B0604020202020204" pitchFamily="34" charset="0"/>
              </a:rPr>
              <a:t>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3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2617-6A57-A9E0-355D-0812D061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D01D-E193-9574-C761-C6DB9472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286603"/>
            <a:ext cx="10154194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11.KEY INSIGHTS:-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8C2F7E-0EBA-E90B-B739-930BA38256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6429" y="1922854"/>
            <a:ext cx="99713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categories contribute the highest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 seasonal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payment methods are used more than cash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Delivered orders generate maximum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Cancelled orders impact overall sales</a:t>
            </a:r>
          </a:p>
        </p:txBody>
      </p:sp>
    </p:spTree>
    <p:extLst>
      <p:ext uri="{BB962C8B-B14F-4D97-AF65-F5344CB8AC3E}">
        <p14:creationId xmlns:p14="http://schemas.microsoft.com/office/powerpoint/2010/main" val="4067861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E6DB-1DE4-5EDA-0437-DFBA6FD3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</a:rPr>
              <a:t>12.CONCLUSION:-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DCDF63-DED0-5AF7-36E4-1757BCA4D4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6171" y="2423376"/>
            <a:ext cx="99604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helped extract meaningful insights from raw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transformed data into clear visual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my skills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analysis, SQL, and Power BI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2260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453</Words>
  <Application>Microsoft Office PowerPoint</Application>
  <PresentationFormat>Widescreen</PresentationFormat>
  <Paragraphs>119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</vt:lpstr>
      <vt:lpstr>PowerPoint Presentation</vt:lpstr>
      <vt:lpstr>1.PROJECT OVERVIEW:-</vt:lpstr>
      <vt:lpstr>2.PROBLEM STATEMENT</vt:lpstr>
      <vt:lpstr>3.DATASET DESCRIPTION:-</vt:lpstr>
      <vt:lpstr>4.TOOLS/TECHNOL0GIES:-</vt:lpstr>
      <vt:lpstr>5.PROJECT WORKFLOW:-</vt:lpstr>
      <vt:lpstr>6.DATA CLEANING &amp; PREPARATION:-</vt:lpstr>
      <vt:lpstr>7.SQL ANALYSIS:-</vt:lpstr>
      <vt:lpstr>PowerPoint Presentation</vt:lpstr>
      <vt:lpstr>8.POWER BI VISUALIZATION:-</vt:lpstr>
      <vt:lpstr>9.KEY INSIGHTS:-</vt:lpstr>
      <vt:lpstr>10.SKILLS DEMONSTRATED:-</vt:lpstr>
      <vt:lpstr>11.KEY INSIGHTS:-</vt:lpstr>
      <vt:lpstr>12.CONCLUSION:-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 V</dc:creator>
  <cp:lastModifiedBy>Jyothi V</cp:lastModifiedBy>
  <cp:revision>2</cp:revision>
  <dcterms:created xsi:type="dcterms:W3CDTF">2025-12-22T11:25:37Z</dcterms:created>
  <dcterms:modified xsi:type="dcterms:W3CDTF">2026-01-19T04:52:11Z</dcterms:modified>
</cp:coreProperties>
</file>